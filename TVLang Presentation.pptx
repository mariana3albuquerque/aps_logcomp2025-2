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3295" y="1527810"/>
            <a:ext cx="2137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100530" y="2366010"/>
            <a:ext cx="6942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de Domínio Específico para Controle de Televisão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84177" y="3188970"/>
            <a:ext cx="197564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 LogComp 2025-2 • Mariana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75002" y="3402330"/>
            <a:ext cx="79387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Motivação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620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intuitivo: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Linguagem próxima ao domínio de TVs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Simplicidade: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complexidade desnecessária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Demonstrar compilação e máquinas virtuais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Prático: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 comportamento real de um controle remoto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Extensível: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para futuras funcionalidades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36520"/>
            <a:ext cx="7924800" cy="1630680"/>
          </a:xfrm>
          <a:prstGeom prst="roundRect">
            <a:avLst>
              <a:gd name="adj" fmla="val 22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 que é TVLang?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54481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 é uma </a:t>
            </a:r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de domínio específico (DSL)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controlar televisores através de comandos imperativo simples.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286512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principais: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321564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Compilada para assembly customizado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348996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Executada em uma VM específica (TVVM)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8200" y="37642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Turing-completa com loops e funções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1"/>
            <a:ext cx="3695700" cy="480060"/>
          </a:xfrm>
          <a:prstGeom prst="roundRect">
            <a:avLst>
              <a:gd name="adj" fmla="val 76190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38700" y="1554481"/>
            <a:ext cx="3695700" cy="480060"/>
          </a:xfrm>
          <a:prstGeom prst="roundRect">
            <a:avLst>
              <a:gd name="adj" fmla="val 76190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186940"/>
            <a:ext cx="3695700" cy="480060"/>
          </a:xfrm>
          <a:prstGeom prst="roundRect">
            <a:avLst>
              <a:gd name="adj" fmla="val 76190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8700" y="2186940"/>
            <a:ext cx="3695700" cy="480060"/>
          </a:xfrm>
          <a:prstGeom prst="roundRect">
            <a:avLst>
              <a:gd name="adj" fmla="val 76190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819400"/>
            <a:ext cx="7924800" cy="480060"/>
          </a:xfrm>
          <a:prstGeom prst="roundRect">
            <a:avLst>
              <a:gd name="adj" fmla="val 76190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Arquitetura do Projeto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0"/>
            <a:ext cx="3848100" cy="16611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54480"/>
            <a:ext cx="3848100" cy="16611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Características: Sintaxe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783080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6300" y="2118361"/>
            <a:ext cx="335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ligar;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desligar;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setar canal 12;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aumentar volume;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953000" y="1783080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Fluxo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53000" y="2118361"/>
            <a:ext cx="335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(horario == 23h) { ... }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sleep(5) { ... }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modo noturno { ... }</a:t>
            </a:r>
            <a:endParaRPr lang="en-US" sz="1140" dirty="0"/>
          </a:p>
          <a:p>
            <a:pPr indent="0" marL="0">
              <a:lnSpc>
                <a:spcPts val="228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executar noturno;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0"/>
            <a:ext cx="2539960" cy="1493520"/>
          </a:xfrm>
          <a:prstGeom prst="roundRect">
            <a:avLst>
              <a:gd name="adj" fmla="val 4898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554480"/>
            <a:ext cx="2539960" cy="1493520"/>
          </a:xfrm>
          <a:prstGeom prst="roundRect">
            <a:avLst>
              <a:gd name="adj" fmla="val 4898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554480"/>
            <a:ext cx="2540080" cy="1493520"/>
          </a:xfrm>
          <a:prstGeom prst="roundRect">
            <a:avLst>
              <a:gd name="adj" fmla="val 4898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200400"/>
            <a:ext cx="2539960" cy="1219200"/>
          </a:xfrm>
          <a:prstGeom prst="roundRect">
            <a:avLst>
              <a:gd name="adj" fmla="val 6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61" y="3200400"/>
            <a:ext cx="2539960" cy="1219200"/>
          </a:xfrm>
          <a:prstGeom prst="roundRect">
            <a:avLst>
              <a:gd name="adj" fmla="val 6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4321" y="3200400"/>
            <a:ext cx="2540080" cy="1219200"/>
          </a:xfrm>
          <a:prstGeom prst="roundRect">
            <a:avLst>
              <a:gd name="adj" fmla="val 6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Registradores da TVVM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1859280"/>
            <a:ext cx="19689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1"/>
            <a:ext cx="193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canal está sintonizado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06761" y="1859280"/>
            <a:ext cx="19689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06761" y="2194561"/>
            <a:ext cx="196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de som (0-100)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99121" y="1859280"/>
            <a:ext cx="196908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99121" y="2194561"/>
            <a:ext cx="196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ligada/desligada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505200"/>
            <a:ext cx="19689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196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de vídeo ativa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06761" y="3505200"/>
            <a:ext cx="19689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06761" y="3840480"/>
            <a:ext cx="196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de desligamento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99121" y="3505200"/>
            <a:ext cx="196908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(RO)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99121" y="3840480"/>
            <a:ext cx="1969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do relógio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Set de Instruções (TVASM)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78280"/>
            <a:ext cx="392506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851661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 valor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2598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0030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DECJZ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 label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67462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478280"/>
            <a:ext cx="392506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86300" y="1851661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86300" y="212598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função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240030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86300" y="267462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253741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Turing-completa: loops (DECJZ), saltos (GOTO), funções (CALL/RET)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9759"/>
            <a:ext cx="3810000" cy="496729"/>
          </a:xfrm>
          <a:prstGeom prst="roundRect">
            <a:avLst>
              <a:gd name="adj" fmla="val 7363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889759"/>
            <a:ext cx="3810000" cy="496729"/>
          </a:xfrm>
          <a:prstGeom prst="roundRect">
            <a:avLst>
              <a:gd name="adj" fmla="val 7363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Exemplo 1: Ligando a TV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478280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24400" y="1478280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TVASM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9759"/>
            <a:ext cx="3810000" cy="646033"/>
          </a:xfrm>
          <a:prstGeom prst="roundRect">
            <a:avLst>
              <a:gd name="adj" fmla="val 5661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889759"/>
            <a:ext cx="3810000" cy="646033"/>
          </a:xfrm>
          <a:prstGeom prst="roundRect">
            <a:avLst>
              <a:gd name="adj" fmla="val 5661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Exemplo 2: Modo Noturno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4782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24400" y="14782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TVASM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89759"/>
            <a:ext cx="3810000" cy="475417"/>
          </a:xfrm>
          <a:prstGeom prst="roundRect">
            <a:avLst>
              <a:gd name="adj" fmla="val 7693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889759"/>
            <a:ext cx="3810000" cy="624840"/>
          </a:xfrm>
          <a:prstGeom prst="roundRect">
            <a:avLst>
              <a:gd name="adj" fmla="val 5853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Exemplo 3: Sleep com Loop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4782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24400" y="14782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TVASM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2"/>
            <a:ext cx="3848100" cy="102405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54482"/>
            <a:ext cx="3848100" cy="102405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07136"/>
            <a:ext cx="3848100" cy="102405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2807136"/>
            <a:ext cx="3848100" cy="102405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Características Técnicas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76300" y="1783082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6300" y="2118359"/>
            <a:ext cx="341985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+ Bison → Parser em C → AST → Code Gen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953000" y="1783082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3000" y="2118359"/>
            <a:ext cx="341985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TVVM em C → Interpretador register-based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76300" y="3035736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Turing-Completa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6300" y="3371017"/>
            <a:ext cx="341985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DECJZ + GOTO = Loops e recursão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953000" y="3035736"/>
            <a:ext cx="3419856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Extensível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3000" y="3371017"/>
            <a:ext cx="341985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adicionar novos registradores/instruções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Curiosidades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554482"/>
            <a:ext cx="7620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 (Domain-Specific Language):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Optimizada para um domínio específico (TVs), não geral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Contadores: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TVVM implementa uma máquina Minsky-style com registradores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semicolon após blocos: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sleep(5) { ... } não precisa de ;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read-only: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HORARIO pode ser lido mas não alterado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 chamadas: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CALL/RET suportam recursão de modo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2"/>
            <a:ext cx="7924800" cy="632460"/>
          </a:xfrm>
          <a:prstGeom prst="roundRect">
            <a:avLst>
              <a:gd name="adj" fmla="val 578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39341"/>
            <a:ext cx="7924800" cy="632460"/>
          </a:xfrm>
          <a:prstGeom prst="roundRect">
            <a:avLst>
              <a:gd name="adj" fmla="val 578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24200"/>
            <a:ext cx="7924800" cy="632460"/>
          </a:xfrm>
          <a:prstGeom prst="roundRect">
            <a:avLst>
              <a:gd name="adj" fmla="val 578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09059"/>
            <a:ext cx="7924800" cy="632460"/>
          </a:xfrm>
          <a:prstGeom prst="roundRect">
            <a:avLst>
              <a:gd name="adj" fmla="val 578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Fluxo Completo de Uso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2"/>
            <a:ext cx="3848100" cy="1307544"/>
          </a:xfrm>
          <a:prstGeom prst="roundRect">
            <a:avLst>
              <a:gd name="adj" fmla="val 559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54482"/>
            <a:ext cx="3848100" cy="1307544"/>
          </a:xfrm>
          <a:prstGeom prst="roundRect">
            <a:avLst>
              <a:gd name="adj" fmla="val 559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90625"/>
            <a:ext cx="3848100" cy="1088112"/>
          </a:xfrm>
          <a:prstGeom prst="roundRect">
            <a:avLst>
              <a:gd name="adj" fmla="val 6722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090625"/>
            <a:ext cx="3848100" cy="1088112"/>
          </a:xfrm>
          <a:prstGeom prst="roundRect">
            <a:avLst>
              <a:gd name="adj" fmla="val 6722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Vantagens da TVLang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859282"/>
            <a:ext cx="326440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Natural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118359"/>
            <a:ext cx="3264408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como "ligar", "setar canal" são intuitivos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0" y="1859282"/>
            <a:ext cx="326440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118359"/>
            <a:ext cx="320040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 compilação, parsing, VMs e código gerado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52500" y="3395425"/>
            <a:ext cx="326440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Turing-Completa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3654507"/>
            <a:ext cx="3264408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computar qualquer algoritmo computável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029200" y="3395425"/>
            <a:ext cx="326440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Prototipagem Rápida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4507"/>
            <a:ext cx="3264408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testar e estender com novos recursos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Tecnologias Usadas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5544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(Linguagem)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965959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 (Lexer)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24028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Bison (Parser)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14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 (Linguagem base)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554482"/>
            <a:ext cx="3886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(Runtime)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4400" y="1965959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TVVM (Virtual Machine)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224028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TVASM (Assembly dialect)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24400" y="2514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 (Implementação)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" y="3093723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Makefile para build e versionamento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9491" y="1596396"/>
            <a:ext cx="142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TVLang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341687" y="2510796"/>
            <a:ext cx="44605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simples, didática e Turing-completa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29350" y="3272796"/>
            <a:ext cx="4685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Demonstrando compilação, parsing e execução em uma VM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2025-11-29T20:22:56Z</dcterms:created>
  <dcterms:modified xsi:type="dcterms:W3CDTF">2025-11-29T20:22:56Z</dcterms:modified>
</cp:coreProperties>
</file>